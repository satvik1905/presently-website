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59" r:id="rId4"/>
    <p:sldId id="260" r:id="rId5"/>
    <p:sldId id="257"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4" autoAdjust="0"/>
    <p:restoredTop sz="94660"/>
  </p:normalViewPr>
  <p:slideViewPr>
    <p:cSldViewPr snapToGrid="0">
      <p:cViewPr varScale="1">
        <p:scale>
          <a:sx n="150" d="100"/>
          <a:sy n="150" d="100"/>
        </p:scale>
        <p:origin x="2832"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BC9EB8-D7C0-43AE-BAE6-F96F343744A8}"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47E453-22B1-4B6E-AEA3-833CEFA4F463}" type="slidenum">
              <a:rPr lang="en-US" smtClean="0"/>
              <a:t>‹#›</a:t>
            </a:fld>
            <a:endParaRPr lang="en-US"/>
          </a:p>
        </p:txBody>
      </p:sp>
    </p:spTree>
    <p:extLst>
      <p:ext uri="{BB962C8B-B14F-4D97-AF65-F5344CB8AC3E}">
        <p14:creationId xmlns:p14="http://schemas.microsoft.com/office/powerpoint/2010/main" val="3699482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DA552-FB8A-BC02-D074-301A632DD0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220917-5D75-48C9-1461-0FA769EA54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BE0817-8E6D-A42E-7234-D5C4DFD97C1E}"/>
              </a:ext>
            </a:extLst>
          </p:cNvPr>
          <p:cNvSpPr>
            <a:spLocks noGrp="1"/>
          </p:cNvSpPr>
          <p:nvPr>
            <p:ph type="dt" sz="half" idx="10"/>
          </p:nvPr>
        </p:nvSpPr>
        <p:spPr/>
        <p:txBody>
          <a:bodyPr/>
          <a:lstStyle/>
          <a:p>
            <a:fld id="{6491AD11-E64F-4BF7-A46C-7DB611903433}" type="datetime1">
              <a:rPr lang="en-US" smtClean="0"/>
              <a:t>10/1/2026</a:t>
            </a:fld>
            <a:endParaRPr lang="en-US"/>
          </a:p>
        </p:txBody>
      </p:sp>
      <p:sp>
        <p:nvSpPr>
          <p:cNvPr id="5" name="Footer Placeholder 4">
            <a:extLst>
              <a:ext uri="{FF2B5EF4-FFF2-40B4-BE49-F238E27FC236}">
                <a16:creationId xmlns:a16="http://schemas.microsoft.com/office/drawing/2014/main" id="{99132DC4-1CB0-874A-A2AF-3C9466E61A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8074DF-4780-BF5A-07A5-488BBB4BFE56}"/>
              </a:ext>
            </a:extLst>
          </p:cNvPr>
          <p:cNvSpPr>
            <a:spLocks noGrp="1"/>
          </p:cNvSpPr>
          <p:nvPr>
            <p:ph type="sldNum" sz="quarter" idx="12"/>
          </p:nvPr>
        </p:nvSpPr>
        <p:spPr/>
        <p:txBody>
          <a:bodyPr/>
          <a:lstStyle/>
          <a:p>
            <a:fld id="{5A95D4AF-915F-4CAC-9322-D5F37BEA4799}" type="slidenum">
              <a:rPr lang="en-US" smtClean="0"/>
              <a:t>‹#›</a:t>
            </a:fld>
            <a:endParaRPr lang="en-US"/>
          </a:p>
        </p:txBody>
      </p:sp>
    </p:spTree>
    <p:extLst>
      <p:ext uri="{BB962C8B-B14F-4D97-AF65-F5344CB8AC3E}">
        <p14:creationId xmlns:p14="http://schemas.microsoft.com/office/powerpoint/2010/main" val="2667877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3F893-93E5-5946-0206-DC3120F5D5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3BEEB8-B20B-9815-BD91-CC8A4D7AF9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3DEECF-F188-7AB5-8AF3-C3B6D97D6E95}"/>
              </a:ext>
            </a:extLst>
          </p:cNvPr>
          <p:cNvSpPr>
            <a:spLocks noGrp="1"/>
          </p:cNvSpPr>
          <p:nvPr>
            <p:ph type="dt" sz="half" idx="10"/>
          </p:nvPr>
        </p:nvSpPr>
        <p:spPr/>
        <p:txBody>
          <a:bodyPr/>
          <a:lstStyle/>
          <a:p>
            <a:fld id="{8EAE9903-A926-411F-A7FA-E1822B8AD546}" type="datetime1">
              <a:rPr lang="en-US" smtClean="0"/>
              <a:t>10/1/2026</a:t>
            </a:fld>
            <a:endParaRPr lang="en-US"/>
          </a:p>
        </p:txBody>
      </p:sp>
      <p:sp>
        <p:nvSpPr>
          <p:cNvPr id="5" name="Footer Placeholder 4">
            <a:extLst>
              <a:ext uri="{FF2B5EF4-FFF2-40B4-BE49-F238E27FC236}">
                <a16:creationId xmlns:a16="http://schemas.microsoft.com/office/drawing/2014/main" id="{2E0B72A0-E5B1-59F9-4439-448315713A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205FE0-2D1B-8113-C2D0-7DC3901EA795}"/>
              </a:ext>
            </a:extLst>
          </p:cNvPr>
          <p:cNvSpPr>
            <a:spLocks noGrp="1"/>
          </p:cNvSpPr>
          <p:nvPr>
            <p:ph type="sldNum" sz="quarter" idx="12"/>
          </p:nvPr>
        </p:nvSpPr>
        <p:spPr/>
        <p:txBody>
          <a:bodyPr/>
          <a:lstStyle/>
          <a:p>
            <a:fld id="{5A95D4AF-915F-4CAC-9322-D5F37BEA4799}" type="slidenum">
              <a:rPr lang="en-US" smtClean="0"/>
              <a:t>‹#›</a:t>
            </a:fld>
            <a:endParaRPr lang="en-US"/>
          </a:p>
        </p:txBody>
      </p:sp>
    </p:spTree>
    <p:extLst>
      <p:ext uri="{BB962C8B-B14F-4D97-AF65-F5344CB8AC3E}">
        <p14:creationId xmlns:p14="http://schemas.microsoft.com/office/powerpoint/2010/main" val="1024236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3F7DA-41C9-3971-C347-5E151AEC9D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907772-7769-8ED5-B165-592A8C2113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77EFE3-7B9D-D155-C447-79C3A9134989}"/>
              </a:ext>
            </a:extLst>
          </p:cNvPr>
          <p:cNvSpPr>
            <a:spLocks noGrp="1"/>
          </p:cNvSpPr>
          <p:nvPr>
            <p:ph type="dt" sz="half" idx="10"/>
          </p:nvPr>
        </p:nvSpPr>
        <p:spPr/>
        <p:txBody>
          <a:bodyPr/>
          <a:lstStyle/>
          <a:p>
            <a:fld id="{56F2330F-7AC2-4143-9165-6A10116FE3A9}" type="datetime1">
              <a:rPr lang="en-US" smtClean="0"/>
              <a:t>10/1/2026</a:t>
            </a:fld>
            <a:endParaRPr lang="en-US"/>
          </a:p>
        </p:txBody>
      </p:sp>
      <p:sp>
        <p:nvSpPr>
          <p:cNvPr id="5" name="Footer Placeholder 4">
            <a:extLst>
              <a:ext uri="{FF2B5EF4-FFF2-40B4-BE49-F238E27FC236}">
                <a16:creationId xmlns:a16="http://schemas.microsoft.com/office/drawing/2014/main" id="{E5F07BE3-7E29-5C36-CC94-79DC5A78EB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26C637-14AA-2CEB-F54C-51938A27B3B3}"/>
              </a:ext>
            </a:extLst>
          </p:cNvPr>
          <p:cNvSpPr>
            <a:spLocks noGrp="1"/>
          </p:cNvSpPr>
          <p:nvPr>
            <p:ph type="sldNum" sz="quarter" idx="12"/>
          </p:nvPr>
        </p:nvSpPr>
        <p:spPr/>
        <p:txBody>
          <a:bodyPr/>
          <a:lstStyle/>
          <a:p>
            <a:fld id="{5A95D4AF-915F-4CAC-9322-D5F37BEA4799}" type="slidenum">
              <a:rPr lang="en-US" smtClean="0"/>
              <a:t>‹#›</a:t>
            </a:fld>
            <a:endParaRPr lang="en-US"/>
          </a:p>
        </p:txBody>
      </p:sp>
    </p:spTree>
    <p:extLst>
      <p:ext uri="{BB962C8B-B14F-4D97-AF65-F5344CB8AC3E}">
        <p14:creationId xmlns:p14="http://schemas.microsoft.com/office/powerpoint/2010/main" val="2509684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C9415-5990-CB3E-AB0A-DBE34D58E8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AB5535-FAC3-5003-BB49-58F892E298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AE26D7-A4B7-5015-66CC-ED179E04BE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B167C9-A279-2FF7-8F3D-F10480079BFB}"/>
              </a:ext>
            </a:extLst>
          </p:cNvPr>
          <p:cNvSpPr>
            <a:spLocks noGrp="1"/>
          </p:cNvSpPr>
          <p:nvPr>
            <p:ph type="dt" sz="half" idx="10"/>
          </p:nvPr>
        </p:nvSpPr>
        <p:spPr/>
        <p:txBody>
          <a:bodyPr/>
          <a:lstStyle/>
          <a:p>
            <a:fld id="{F47B18DC-85DA-44F6-807B-99D27565CDD2}" type="datetime1">
              <a:rPr lang="en-US" smtClean="0"/>
              <a:t>10/1/2026</a:t>
            </a:fld>
            <a:endParaRPr lang="en-US"/>
          </a:p>
        </p:txBody>
      </p:sp>
      <p:sp>
        <p:nvSpPr>
          <p:cNvPr id="6" name="Footer Placeholder 5">
            <a:extLst>
              <a:ext uri="{FF2B5EF4-FFF2-40B4-BE49-F238E27FC236}">
                <a16:creationId xmlns:a16="http://schemas.microsoft.com/office/drawing/2014/main" id="{54754418-EEA5-3F06-FA98-614C26E1D9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F64545-D0CA-2652-32A3-227D83C4E4AE}"/>
              </a:ext>
            </a:extLst>
          </p:cNvPr>
          <p:cNvSpPr>
            <a:spLocks noGrp="1"/>
          </p:cNvSpPr>
          <p:nvPr>
            <p:ph type="sldNum" sz="quarter" idx="12"/>
          </p:nvPr>
        </p:nvSpPr>
        <p:spPr/>
        <p:txBody>
          <a:bodyPr/>
          <a:lstStyle/>
          <a:p>
            <a:fld id="{5A95D4AF-915F-4CAC-9322-D5F37BEA4799}" type="slidenum">
              <a:rPr lang="en-US" smtClean="0"/>
              <a:t>‹#›</a:t>
            </a:fld>
            <a:endParaRPr lang="en-US"/>
          </a:p>
        </p:txBody>
      </p:sp>
    </p:spTree>
    <p:extLst>
      <p:ext uri="{BB962C8B-B14F-4D97-AF65-F5344CB8AC3E}">
        <p14:creationId xmlns:p14="http://schemas.microsoft.com/office/powerpoint/2010/main" val="671285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997BF-CEA6-8845-9DA4-1D3917469B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B46882-5BBE-0E17-E7B8-FECE04D873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FFCD72-24FA-2B58-39F1-77220C52DA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7AF0FD-8268-4096-4456-A142B80FC1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7EB386-CF6F-2ECD-5070-2C5B16487E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CC9C44-7FE2-7F50-13CC-AAF8C3CA426C}"/>
              </a:ext>
            </a:extLst>
          </p:cNvPr>
          <p:cNvSpPr>
            <a:spLocks noGrp="1"/>
          </p:cNvSpPr>
          <p:nvPr>
            <p:ph type="dt" sz="half" idx="10"/>
          </p:nvPr>
        </p:nvSpPr>
        <p:spPr/>
        <p:txBody>
          <a:bodyPr/>
          <a:lstStyle/>
          <a:p>
            <a:fld id="{05FBF26E-A9BA-4959-B86B-DBB397BC9AA9}" type="datetime1">
              <a:rPr lang="en-US" smtClean="0"/>
              <a:t>10/1/2026</a:t>
            </a:fld>
            <a:endParaRPr lang="en-US"/>
          </a:p>
        </p:txBody>
      </p:sp>
      <p:sp>
        <p:nvSpPr>
          <p:cNvPr id="8" name="Footer Placeholder 7">
            <a:extLst>
              <a:ext uri="{FF2B5EF4-FFF2-40B4-BE49-F238E27FC236}">
                <a16:creationId xmlns:a16="http://schemas.microsoft.com/office/drawing/2014/main" id="{AE1DB2A9-09AD-88CA-711A-212CB1C850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9C757E-F3F0-2B2B-0078-8BC651C20D16}"/>
              </a:ext>
            </a:extLst>
          </p:cNvPr>
          <p:cNvSpPr>
            <a:spLocks noGrp="1"/>
          </p:cNvSpPr>
          <p:nvPr>
            <p:ph type="sldNum" sz="quarter" idx="12"/>
          </p:nvPr>
        </p:nvSpPr>
        <p:spPr/>
        <p:txBody>
          <a:bodyPr/>
          <a:lstStyle/>
          <a:p>
            <a:fld id="{5A95D4AF-915F-4CAC-9322-D5F37BEA4799}" type="slidenum">
              <a:rPr lang="en-US" smtClean="0"/>
              <a:t>‹#›</a:t>
            </a:fld>
            <a:endParaRPr lang="en-US"/>
          </a:p>
        </p:txBody>
      </p:sp>
    </p:spTree>
    <p:extLst>
      <p:ext uri="{BB962C8B-B14F-4D97-AF65-F5344CB8AC3E}">
        <p14:creationId xmlns:p14="http://schemas.microsoft.com/office/powerpoint/2010/main" val="147014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EE8DB-D220-E893-54CB-D174DB3DEB0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B39176-1C79-CC2C-C90D-B78DEC22DFF9}"/>
              </a:ext>
            </a:extLst>
          </p:cNvPr>
          <p:cNvSpPr>
            <a:spLocks noGrp="1"/>
          </p:cNvSpPr>
          <p:nvPr>
            <p:ph type="dt" sz="half" idx="10"/>
          </p:nvPr>
        </p:nvSpPr>
        <p:spPr/>
        <p:txBody>
          <a:bodyPr/>
          <a:lstStyle/>
          <a:p>
            <a:fld id="{08743FB4-9020-4940-A0BF-45EB829009EC}" type="datetime1">
              <a:rPr lang="en-US" smtClean="0"/>
              <a:t>10/1/2026</a:t>
            </a:fld>
            <a:endParaRPr lang="en-US"/>
          </a:p>
        </p:txBody>
      </p:sp>
      <p:sp>
        <p:nvSpPr>
          <p:cNvPr id="4" name="Footer Placeholder 3">
            <a:extLst>
              <a:ext uri="{FF2B5EF4-FFF2-40B4-BE49-F238E27FC236}">
                <a16:creationId xmlns:a16="http://schemas.microsoft.com/office/drawing/2014/main" id="{C3B052A9-576D-1344-F18C-DDC7B1915A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8E3FFA-3419-5F50-F6F2-BA65E19D21DD}"/>
              </a:ext>
            </a:extLst>
          </p:cNvPr>
          <p:cNvSpPr>
            <a:spLocks noGrp="1"/>
          </p:cNvSpPr>
          <p:nvPr>
            <p:ph type="sldNum" sz="quarter" idx="12"/>
          </p:nvPr>
        </p:nvSpPr>
        <p:spPr/>
        <p:txBody>
          <a:bodyPr/>
          <a:lstStyle/>
          <a:p>
            <a:fld id="{5A95D4AF-915F-4CAC-9322-D5F37BEA4799}" type="slidenum">
              <a:rPr lang="en-US" smtClean="0"/>
              <a:t>‹#›</a:t>
            </a:fld>
            <a:endParaRPr lang="en-US"/>
          </a:p>
        </p:txBody>
      </p:sp>
    </p:spTree>
    <p:extLst>
      <p:ext uri="{BB962C8B-B14F-4D97-AF65-F5344CB8AC3E}">
        <p14:creationId xmlns:p14="http://schemas.microsoft.com/office/powerpoint/2010/main" val="1588100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43E8BC-D905-FF32-016F-919A1E7BF008}"/>
              </a:ext>
            </a:extLst>
          </p:cNvPr>
          <p:cNvSpPr>
            <a:spLocks noGrp="1"/>
          </p:cNvSpPr>
          <p:nvPr>
            <p:ph type="dt" sz="half" idx="10"/>
          </p:nvPr>
        </p:nvSpPr>
        <p:spPr/>
        <p:txBody>
          <a:bodyPr/>
          <a:lstStyle/>
          <a:p>
            <a:fld id="{93165BEE-21BA-4027-A57B-1B81F29DD387}" type="datetime1">
              <a:rPr lang="en-US" smtClean="0"/>
              <a:t>10/1/2026</a:t>
            </a:fld>
            <a:endParaRPr lang="en-US"/>
          </a:p>
        </p:txBody>
      </p:sp>
      <p:sp>
        <p:nvSpPr>
          <p:cNvPr id="3" name="Footer Placeholder 2">
            <a:extLst>
              <a:ext uri="{FF2B5EF4-FFF2-40B4-BE49-F238E27FC236}">
                <a16:creationId xmlns:a16="http://schemas.microsoft.com/office/drawing/2014/main" id="{D3DF0B17-9631-14D2-2681-BE26D3F746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FCB2BF-5516-CBBF-0598-1E7A2F28D305}"/>
              </a:ext>
            </a:extLst>
          </p:cNvPr>
          <p:cNvSpPr>
            <a:spLocks noGrp="1"/>
          </p:cNvSpPr>
          <p:nvPr>
            <p:ph type="sldNum" sz="quarter" idx="12"/>
          </p:nvPr>
        </p:nvSpPr>
        <p:spPr/>
        <p:txBody>
          <a:bodyPr/>
          <a:lstStyle/>
          <a:p>
            <a:fld id="{5A95D4AF-915F-4CAC-9322-D5F37BEA4799}" type="slidenum">
              <a:rPr lang="en-US" smtClean="0"/>
              <a:t>‹#›</a:t>
            </a:fld>
            <a:endParaRPr lang="en-US"/>
          </a:p>
        </p:txBody>
      </p:sp>
    </p:spTree>
    <p:extLst>
      <p:ext uri="{BB962C8B-B14F-4D97-AF65-F5344CB8AC3E}">
        <p14:creationId xmlns:p14="http://schemas.microsoft.com/office/powerpoint/2010/main" val="2004851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5E60C-0195-3C6F-ABF4-1C24482DB0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A1D449-6742-0835-6657-A3AAB9213E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4A0A0C-28FE-F044-0E7B-0411771858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94AB4A-01F1-99C3-5AC7-EA9360588C67}"/>
              </a:ext>
            </a:extLst>
          </p:cNvPr>
          <p:cNvSpPr>
            <a:spLocks noGrp="1"/>
          </p:cNvSpPr>
          <p:nvPr>
            <p:ph type="dt" sz="half" idx="10"/>
          </p:nvPr>
        </p:nvSpPr>
        <p:spPr/>
        <p:txBody>
          <a:bodyPr/>
          <a:lstStyle/>
          <a:p>
            <a:fld id="{92F12E89-6186-485D-B116-F0265B850B93}" type="datetime1">
              <a:rPr lang="en-US" smtClean="0"/>
              <a:t>10/1/2026</a:t>
            </a:fld>
            <a:endParaRPr lang="en-US"/>
          </a:p>
        </p:txBody>
      </p:sp>
      <p:sp>
        <p:nvSpPr>
          <p:cNvPr id="6" name="Footer Placeholder 5">
            <a:extLst>
              <a:ext uri="{FF2B5EF4-FFF2-40B4-BE49-F238E27FC236}">
                <a16:creationId xmlns:a16="http://schemas.microsoft.com/office/drawing/2014/main" id="{ABAE61FC-EE57-1988-F0F5-2C958B78C1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451197-FDA3-8767-AC72-7A647FE1F086}"/>
              </a:ext>
            </a:extLst>
          </p:cNvPr>
          <p:cNvSpPr>
            <a:spLocks noGrp="1"/>
          </p:cNvSpPr>
          <p:nvPr>
            <p:ph type="sldNum" sz="quarter" idx="12"/>
          </p:nvPr>
        </p:nvSpPr>
        <p:spPr/>
        <p:txBody>
          <a:bodyPr/>
          <a:lstStyle/>
          <a:p>
            <a:fld id="{5A95D4AF-915F-4CAC-9322-D5F37BEA4799}" type="slidenum">
              <a:rPr lang="en-US" smtClean="0"/>
              <a:t>‹#›</a:t>
            </a:fld>
            <a:endParaRPr lang="en-US"/>
          </a:p>
        </p:txBody>
      </p:sp>
    </p:spTree>
    <p:extLst>
      <p:ext uri="{BB962C8B-B14F-4D97-AF65-F5344CB8AC3E}">
        <p14:creationId xmlns:p14="http://schemas.microsoft.com/office/powerpoint/2010/main" val="2765816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592C9-FD66-9D5A-8AE3-66F6463201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D3CC06-AF6D-4A4B-8B0D-2EDE84C701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ACF225-CA74-9EB4-68CD-D3EF925D49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0522FD-ADB7-1C81-1C36-61CD67C07B04}"/>
              </a:ext>
            </a:extLst>
          </p:cNvPr>
          <p:cNvSpPr>
            <a:spLocks noGrp="1"/>
          </p:cNvSpPr>
          <p:nvPr>
            <p:ph type="dt" sz="half" idx="10"/>
          </p:nvPr>
        </p:nvSpPr>
        <p:spPr/>
        <p:txBody>
          <a:bodyPr/>
          <a:lstStyle/>
          <a:p>
            <a:fld id="{FEC77060-37F1-407B-9991-575DA954B1C8}" type="datetime1">
              <a:rPr lang="en-US" smtClean="0"/>
              <a:t>10/1/2026</a:t>
            </a:fld>
            <a:endParaRPr lang="en-US"/>
          </a:p>
        </p:txBody>
      </p:sp>
      <p:sp>
        <p:nvSpPr>
          <p:cNvPr id="6" name="Footer Placeholder 5">
            <a:extLst>
              <a:ext uri="{FF2B5EF4-FFF2-40B4-BE49-F238E27FC236}">
                <a16:creationId xmlns:a16="http://schemas.microsoft.com/office/drawing/2014/main" id="{F70915F7-90A0-44DE-E20E-3413170179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BABFA0-572F-9442-8A33-80B2303D0D9F}"/>
              </a:ext>
            </a:extLst>
          </p:cNvPr>
          <p:cNvSpPr>
            <a:spLocks noGrp="1"/>
          </p:cNvSpPr>
          <p:nvPr>
            <p:ph type="sldNum" sz="quarter" idx="12"/>
          </p:nvPr>
        </p:nvSpPr>
        <p:spPr/>
        <p:txBody>
          <a:bodyPr/>
          <a:lstStyle/>
          <a:p>
            <a:fld id="{5A95D4AF-915F-4CAC-9322-D5F37BEA4799}" type="slidenum">
              <a:rPr lang="en-US" smtClean="0"/>
              <a:t>‹#›</a:t>
            </a:fld>
            <a:endParaRPr lang="en-US"/>
          </a:p>
        </p:txBody>
      </p:sp>
    </p:spTree>
    <p:extLst>
      <p:ext uri="{BB962C8B-B14F-4D97-AF65-F5344CB8AC3E}">
        <p14:creationId xmlns:p14="http://schemas.microsoft.com/office/powerpoint/2010/main" val="3097385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19470-E77D-ADB6-B2AE-3162BED521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7CE834-1194-5E61-03F3-69357BD5D8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A1CFB9-92EA-2FCF-35B1-3A14449EFE54}"/>
              </a:ext>
            </a:extLst>
          </p:cNvPr>
          <p:cNvSpPr>
            <a:spLocks noGrp="1"/>
          </p:cNvSpPr>
          <p:nvPr>
            <p:ph type="dt" sz="half" idx="10"/>
          </p:nvPr>
        </p:nvSpPr>
        <p:spPr/>
        <p:txBody>
          <a:bodyPr/>
          <a:lstStyle/>
          <a:p>
            <a:fld id="{C2D0D0EE-AFBB-48FB-B373-CD3B4F91B614}" type="datetime1">
              <a:rPr lang="en-US" smtClean="0"/>
              <a:t>10/1/2026</a:t>
            </a:fld>
            <a:endParaRPr lang="en-US"/>
          </a:p>
        </p:txBody>
      </p:sp>
      <p:sp>
        <p:nvSpPr>
          <p:cNvPr id="5" name="Footer Placeholder 4">
            <a:extLst>
              <a:ext uri="{FF2B5EF4-FFF2-40B4-BE49-F238E27FC236}">
                <a16:creationId xmlns:a16="http://schemas.microsoft.com/office/drawing/2014/main" id="{E7E43711-89AA-D895-9D75-93917FF7A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D91702-C633-B29B-6175-73BB1DC50611}"/>
              </a:ext>
            </a:extLst>
          </p:cNvPr>
          <p:cNvSpPr>
            <a:spLocks noGrp="1"/>
          </p:cNvSpPr>
          <p:nvPr>
            <p:ph type="sldNum" sz="quarter" idx="12"/>
          </p:nvPr>
        </p:nvSpPr>
        <p:spPr/>
        <p:txBody>
          <a:bodyPr/>
          <a:lstStyle/>
          <a:p>
            <a:fld id="{5A95D4AF-915F-4CAC-9322-D5F37BEA4799}" type="slidenum">
              <a:rPr lang="en-US" smtClean="0"/>
              <a:t>‹#›</a:t>
            </a:fld>
            <a:endParaRPr lang="en-US"/>
          </a:p>
        </p:txBody>
      </p:sp>
    </p:spTree>
    <p:extLst>
      <p:ext uri="{BB962C8B-B14F-4D97-AF65-F5344CB8AC3E}">
        <p14:creationId xmlns:p14="http://schemas.microsoft.com/office/powerpoint/2010/main" val="3396830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0DE56F-5ADF-5542-0074-157A333CF7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46252E-E349-65C5-E58B-9025551701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F6134-44A5-9FDA-9E37-0BF1835B7BA8}"/>
              </a:ext>
            </a:extLst>
          </p:cNvPr>
          <p:cNvSpPr>
            <a:spLocks noGrp="1"/>
          </p:cNvSpPr>
          <p:nvPr>
            <p:ph type="dt" sz="half" idx="10"/>
          </p:nvPr>
        </p:nvSpPr>
        <p:spPr/>
        <p:txBody>
          <a:bodyPr/>
          <a:lstStyle/>
          <a:p>
            <a:fld id="{2246B5C0-A64F-4366-9358-FA9306546FC2}" type="datetime1">
              <a:rPr lang="en-US" smtClean="0"/>
              <a:t>10/1/2026</a:t>
            </a:fld>
            <a:endParaRPr lang="en-US"/>
          </a:p>
        </p:txBody>
      </p:sp>
      <p:sp>
        <p:nvSpPr>
          <p:cNvPr id="5" name="Footer Placeholder 4">
            <a:extLst>
              <a:ext uri="{FF2B5EF4-FFF2-40B4-BE49-F238E27FC236}">
                <a16:creationId xmlns:a16="http://schemas.microsoft.com/office/drawing/2014/main" id="{04648A30-7FE0-7405-5202-80FAFC39A1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050CB0-3C9C-174A-8F4D-F6990E1CBAB5}"/>
              </a:ext>
            </a:extLst>
          </p:cNvPr>
          <p:cNvSpPr>
            <a:spLocks noGrp="1"/>
          </p:cNvSpPr>
          <p:nvPr>
            <p:ph type="sldNum" sz="quarter" idx="12"/>
          </p:nvPr>
        </p:nvSpPr>
        <p:spPr/>
        <p:txBody>
          <a:bodyPr/>
          <a:lstStyle/>
          <a:p>
            <a:fld id="{5A95D4AF-915F-4CAC-9322-D5F37BEA4799}" type="slidenum">
              <a:rPr lang="en-US" smtClean="0"/>
              <a:t>‹#›</a:t>
            </a:fld>
            <a:endParaRPr lang="en-US"/>
          </a:p>
        </p:txBody>
      </p:sp>
    </p:spTree>
    <p:extLst>
      <p:ext uri="{BB962C8B-B14F-4D97-AF65-F5344CB8AC3E}">
        <p14:creationId xmlns:p14="http://schemas.microsoft.com/office/powerpoint/2010/main" val="3129413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FAEE3F-3F39-1339-7D05-1CA224999F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E99F37-B5C8-3543-4D10-9C8F2BCA22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77FB26-F905-A51E-76D9-AB213B0BC6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F28F61-7884-4EB9-980A-F6A0FBBA92F4}" type="datetime1">
              <a:rPr lang="en-US" smtClean="0"/>
              <a:t>10/1/2026</a:t>
            </a:fld>
            <a:endParaRPr lang="en-US"/>
          </a:p>
        </p:txBody>
      </p:sp>
      <p:sp>
        <p:nvSpPr>
          <p:cNvPr id="5" name="Footer Placeholder 4">
            <a:extLst>
              <a:ext uri="{FF2B5EF4-FFF2-40B4-BE49-F238E27FC236}">
                <a16:creationId xmlns:a16="http://schemas.microsoft.com/office/drawing/2014/main" id="{2768BEDD-D4B1-7EE6-FF51-984EE4885E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585CDBC-8E7D-34BB-7D6F-B849BDAB28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95D4AF-915F-4CAC-9322-D5F37BEA4799}" type="slidenum">
              <a:rPr lang="en-US" smtClean="0"/>
              <a:t>‹#›</a:t>
            </a:fld>
            <a:endParaRPr lang="en-US"/>
          </a:p>
        </p:txBody>
      </p:sp>
    </p:spTree>
    <p:extLst>
      <p:ext uri="{BB962C8B-B14F-4D97-AF65-F5344CB8AC3E}">
        <p14:creationId xmlns:p14="http://schemas.microsoft.com/office/powerpoint/2010/main" val="2065821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3E9FC7-7D55-58E8-1C20-D755A48DA86F}"/>
              </a:ext>
            </a:extLst>
          </p:cNvPr>
          <p:cNvSpPr>
            <a:spLocks noGrp="1"/>
          </p:cNvSpPr>
          <p:nvPr>
            <p:ph type="ctrTitle"/>
          </p:nvPr>
        </p:nvSpPr>
        <p:spPr>
          <a:xfrm>
            <a:off x="6194716" y="739978"/>
            <a:ext cx="5334930" cy="3004145"/>
          </a:xfrm>
        </p:spPr>
        <p:txBody>
          <a:bodyPr>
            <a:normAutofit/>
          </a:bodyPr>
          <a:lstStyle/>
          <a:p>
            <a:r>
              <a:rPr lang="en-US"/>
              <a:t> Text Notifications </a:t>
            </a:r>
            <a:endParaRPr lang="en-US" dirty="0"/>
          </a:p>
        </p:txBody>
      </p:sp>
      <p:sp>
        <p:nvSpPr>
          <p:cNvPr id="3" name="Subtitle 2">
            <a:extLst>
              <a:ext uri="{FF2B5EF4-FFF2-40B4-BE49-F238E27FC236}">
                <a16:creationId xmlns:a16="http://schemas.microsoft.com/office/drawing/2014/main" id="{BCF0CE79-E5FB-F357-028E-B015FC622034}"/>
              </a:ext>
            </a:extLst>
          </p:cNvPr>
          <p:cNvSpPr>
            <a:spLocks noGrp="1"/>
          </p:cNvSpPr>
          <p:nvPr>
            <p:ph type="subTitle" idx="1"/>
          </p:nvPr>
        </p:nvSpPr>
        <p:spPr>
          <a:xfrm>
            <a:off x="6194715" y="3836197"/>
            <a:ext cx="5334931" cy="2189214"/>
          </a:xfrm>
        </p:spPr>
        <p:txBody>
          <a:bodyPr>
            <a:normAutofit/>
          </a:bodyPr>
          <a:lstStyle/>
          <a:p>
            <a:r>
              <a:rPr lang="en-US"/>
              <a:t>Initial text notifications should be for a small batch of handpicked parents. </a:t>
            </a:r>
          </a:p>
          <a:p>
            <a:r>
              <a:rPr lang="en-US"/>
              <a:t>We recommend up to 10 families initially.</a:t>
            </a:r>
          </a:p>
          <a:p>
            <a:endParaRPr lang="en-US" dirty="0"/>
          </a:p>
        </p:txBody>
      </p:sp>
      <p:sp>
        <p:nvSpPr>
          <p:cNvPr id="67" name="Freeform: Shape 66">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9" name="Freeform: Shape 68">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Freeform: Shape 72">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5" name="Picture 4">
            <a:extLst>
              <a:ext uri="{FF2B5EF4-FFF2-40B4-BE49-F238E27FC236}">
                <a16:creationId xmlns:a16="http://schemas.microsoft.com/office/drawing/2014/main" id="{4E8047C2-77FB-AF2B-18BD-FCE2FBF8A0D1}"/>
              </a:ext>
            </a:extLst>
          </p:cNvPr>
          <p:cNvPicPr>
            <a:picLocks noChangeAspect="1"/>
          </p:cNvPicPr>
          <p:nvPr/>
        </p:nvPicPr>
        <p:blipFill>
          <a:blip r:embed="rId2">
            <a:extLst>
              <a:ext uri="{28A0092B-C50C-407E-A947-70E740481C1C}">
                <a14:useLocalDpi xmlns:a14="http://schemas.microsoft.com/office/drawing/2010/main" val="0"/>
              </a:ext>
            </a:extLst>
          </a:blip>
          <a:srcRect r="3" b="3"/>
          <a:stretch>
            <a:fillRect/>
          </a:stretch>
        </p:blipFill>
        <p:spPr>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77" name="Freeform: Shape 76">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Slide Number Placeholder 3">
            <a:extLst>
              <a:ext uri="{FF2B5EF4-FFF2-40B4-BE49-F238E27FC236}">
                <a16:creationId xmlns:a16="http://schemas.microsoft.com/office/drawing/2014/main" id="{E7540BC5-2D4D-2637-44F0-AE688AD4EC10}"/>
              </a:ext>
            </a:extLst>
          </p:cNvPr>
          <p:cNvSpPr>
            <a:spLocks noGrp="1"/>
          </p:cNvSpPr>
          <p:nvPr>
            <p:ph type="sldNum" sz="quarter" idx="12"/>
          </p:nvPr>
        </p:nvSpPr>
        <p:spPr/>
        <p:txBody>
          <a:bodyPr/>
          <a:lstStyle/>
          <a:p>
            <a:fld id="{5A95D4AF-915F-4CAC-9322-D5F37BEA4799}" type="slidenum">
              <a:rPr lang="en-US" smtClean="0"/>
              <a:t>1</a:t>
            </a:fld>
            <a:endParaRPr lang="en-US"/>
          </a:p>
        </p:txBody>
      </p:sp>
      <p:sp>
        <p:nvSpPr>
          <p:cNvPr id="6" name="TextBox 5">
            <a:extLst>
              <a:ext uri="{FF2B5EF4-FFF2-40B4-BE49-F238E27FC236}">
                <a16:creationId xmlns:a16="http://schemas.microsoft.com/office/drawing/2014/main" id="{6BBCEBDF-4277-6AF3-E507-385933735FBE}"/>
              </a:ext>
            </a:extLst>
          </p:cNvPr>
          <p:cNvSpPr txBox="1"/>
          <p:nvPr/>
        </p:nvSpPr>
        <p:spPr>
          <a:xfrm>
            <a:off x="11201400" y="643890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198297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E84BF-1835-1E1B-AEDA-6C91FAB6D1A2}"/>
              </a:ext>
            </a:extLst>
          </p:cNvPr>
          <p:cNvSpPr>
            <a:spLocks noGrp="1"/>
          </p:cNvSpPr>
          <p:nvPr>
            <p:ph type="title"/>
          </p:nvPr>
        </p:nvSpPr>
        <p:spPr/>
        <p:txBody>
          <a:bodyPr/>
          <a:lstStyle/>
          <a:p>
            <a:r>
              <a:rPr lang="en-US" dirty="0"/>
              <a:t>Step 1- Go to the Students Menu</a:t>
            </a:r>
          </a:p>
        </p:txBody>
      </p:sp>
      <p:pic>
        <p:nvPicPr>
          <p:cNvPr id="5" name="Content Placeholder 4">
            <a:extLst>
              <a:ext uri="{FF2B5EF4-FFF2-40B4-BE49-F238E27FC236}">
                <a16:creationId xmlns:a16="http://schemas.microsoft.com/office/drawing/2014/main" id="{DB1486B8-F878-E542-DA15-E309BA288CD8}"/>
              </a:ext>
            </a:extLst>
          </p:cNvPr>
          <p:cNvPicPr>
            <a:picLocks noGrp="1" noChangeAspect="1"/>
          </p:cNvPicPr>
          <p:nvPr>
            <p:ph idx="1"/>
          </p:nvPr>
        </p:nvPicPr>
        <p:blipFill>
          <a:blip r:embed="rId2"/>
          <a:stretch>
            <a:fillRect/>
          </a:stretch>
        </p:blipFill>
        <p:spPr>
          <a:xfrm>
            <a:off x="3746251" y="1253331"/>
            <a:ext cx="2161571" cy="4351338"/>
          </a:xfrm>
          <a:prstGeom prst="rect">
            <a:avLst/>
          </a:prstGeom>
        </p:spPr>
      </p:pic>
      <p:cxnSp>
        <p:nvCxnSpPr>
          <p:cNvPr id="6" name="Straight Arrow Connector 5">
            <a:extLst>
              <a:ext uri="{FF2B5EF4-FFF2-40B4-BE49-F238E27FC236}">
                <a16:creationId xmlns:a16="http://schemas.microsoft.com/office/drawing/2014/main" id="{E21F1775-9C4C-7E2D-7CAD-DB93F39810F9}"/>
              </a:ext>
            </a:extLst>
          </p:cNvPr>
          <p:cNvCxnSpPr/>
          <p:nvPr/>
        </p:nvCxnSpPr>
        <p:spPr>
          <a:xfrm flipH="1">
            <a:off x="5505126" y="2064727"/>
            <a:ext cx="1357459" cy="744717"/>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DCE6CD45-A1A1-CB25-F33E-B1D7362AC3DD}"/>
              </a:ext>
            </a:extLst>
          </p:cNvPr>
          <p:cNvSpPr txBox="1"/>
          <p:nvPr/>
        </p:nvSpPr>
        <p:spPr>
          <a:xfrm>
            <a:off x="6882791" y="1880061"/>
            <a:ext cx="697584" cy="369332"/>
          </a:xfrm>
          <a:prstGeom prst="rect">
            <a:avLst/>
          </a:prstGeom>
          <a:noFill/>
        </p:spPr>
        <p:txBody>
          <a:bodyPr wrap="square" rtlCol="0">
            <a:spAutoFit/>
          </a:bodyPr>
          <a:lstStyle/>
          <a:p>
            <a:r>
              <a:rPr lang="en-US" b="1" dirty="0">
                <a:solidFill>
                  <a:srgbClr val="FF0000"/>
                </a:solidFill>
              </a:rPr>
              <a:t>1</a:t>
            </a:r>
          </a:p>
        </p:txBody>
      </p:sp>
      <p:sp>
        <p:nvSpPr>
          <p:cNvPr id="3" name="Slide Number Placeholder 2">
            <a:extLst>
              <a:ext uri="{FF2B5EF4-FFF2-40B4-BE49-F238E27FC236}">
                <a16:creationId xmlns:a16="http://schemas.microsoft.com/office/drawing/2014/main" id="{A3946BA4-B875-FB22-9308-A31D9F982636}"/>
              </a:ext>
            </a:extLst>
          </p:cNvPr>
          <p:cNvSpPr>
            <a:spLocks noGrp="1"/>
          </p:cNvSpPr>
          <p:nvPr>
            <p:ph type="sldNum" sz="quarter" idx="12"/>
          </p:nvPr>
        </p:nvSpPr>
        <p:spPr/>
        <p:txBody>
          <a:bodyPr/>
          <a:lstStyle/>
          <a:p>
            <a:fld id="{5A95D4AF-915F-4CAC-9322-D5F37BEA4799}" type="slidenum">
              <a:rPr lang="en-US" smtClean="0"/>
              <a:t>2</a:t>
            </a:fld>
            <a:endParaRPr lang="en-US"/>
          </a:p>
        </p:txBody>
      </p:sp>
    </p:spTree>
    <p:extLst>
      <p:ext uri="{BB962C8B-B14F-4D97-AF65-F5344CB8AC3E}">
        <p14:creationId xmlns:p14="http://schemas.microsoft.com/office/powerpoint/2010/main" val="162965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C033C-095B-2B83-58B4-24CFC5ACEC56}"/>
              </a:ext>
            </a:extLst>
          </p:cNvPr>
          <p:cNvSpPr>
            <a:spLocks noGrp="1"/>
          </p:cNvSpPr>
          <p:nvPr>
            <p:ph type="title"/>
          </p:nvPr>
        </p:nvSpPr>
        <p:spPr/>
        <p:txBody>
          <a:bodyPr/>
          <a:lstStyle/>
          <a:p>
            <a:r>
              <a:rPr lang="en-US" dirty="0"/>
              <a:t>Step 2 – Select the desired student(s)</a:t>
            </a:r>
          </a:p>
        </p:txBody>
      </p:sp>
      <p:pic>
        <p:nvPicPr>
          <p:cNvPr id="5" name="Content Placeholder 4">
            <a:extLst>
              <a:ext uri="{FF2B5EF4-FFF2-40B4-BE49-F238E27FC236}">
                <a16:creationId xmlns:a16="http://schemas.microsoft.com/office/drawing/2014/main" id="{17077C80-88C2-F9A6-9A69-BD599D7D4468}"/>
              </a:ext>
            </a:extLst>
          </p:cNvPr>
          <p:cNvPicPr>
            <a:picLocks noGrp="1" noChangeAspect="1"/>
          </p:cNvPicPr>
          <p:nvPr>
            <p:ph idx="1"/>
          </p:nvPr>
        </p:nvPicPr>
        <p:blipFill>
          <a:blip r:embed="rId2"/>
          <a:stretch>
            <a:fillRect/>
          </a:stretch>
        </p:blipFill>
        <p:spPr>
          <a:xfrm>
            <a:off x="763555" y="2269626"/>
            <a:ext cx="10515600" cy="2318748"/>
          </a:xfrm>
          <a:prstGeom prst="rect">
            <a:avLst/>
          </a:prstGeom>
        </p:spPr>
      </p:pic>
      <p:pic>
        <p:nvPicPr>
          <p:cNvPr id="7" name="Picture 6">
            <a:extLst>
              <a:ext uri="{FF2B5EF4-FFF2-40B4-BE49-F238E27FC236}">
                <a16:creationId xmlns:a16="http://schemas.microsoft.com/office/drawing/2014/main" id="{E0105B90-24B0-C5CC-DC39-F13B597B68BA}"/>
              </a:ext>
            </a:extLst>
          </p:cNvPr>
          <p:cNvPicPr>
            <a:picLocks noChangeAspect="1"/>
          </p:cNvPicPr>
          <p:nvPr/>
        </p:nvPicPr>
        <p:blipFill>
          <a:blip r:embed="rId3"/>
          <a:stretch>
            <a:fillRect/>
          </a:stretch>
        </p:blipFill>
        <p:spPr>
          <a:xfrm flipV="1">
            <a:off x="3754940" y="4091688"/>
            <a:ext cx="1572839" cy="993372"/>
          </a:xfrm>
          <a:prstGeom prst="rect">
            <a:avLst/>
          </a:prstGeom>
        </p:spPr>
      </p:pic>
      <p:sp>
        <p:nvSpPr>
          <p:cNvPr id="8" name="TextBox 7">
            <a:extLst>
              <a:ext uri="{FF2B5EF4-FFF2-40B4-BE49-F238E27FC236}">
                <a16:creationId xmlns:a16="http://schemas.microsoft.com/office/drawing/2014/main" id="{7E5EB3A0-E53E-FE46-ABE1-899852246BD1}"/>
              </a:ext>
            </a:extLst>
          </p:cNvPr>
          <p:cNvSpPr txBox="1"/>
          <p:nvPr/>
        </p:nvSpPr>
        <p:spPr>
          <a:xfrm>
            <a:off x="8696129" y="4214485"/>
            <a:ext cx="513185" cy="142911"/>
          </a:xfrm>
          <a:prstGeom prst="rect">
            <a:avLst/>
          </a:prstGeom>
          <a:solidFill>
            <a:schemeClr val="bg1"/>
          </a:solidFill>
          <a:ln>
            <a:solidFill>
              <a:schemeClr val="bg1"/>
            </a:solidFill>
          </a:ln>
        </p:spPr>
        <p:txBody>
          <a:bodyPr wrap="square" rtlCol="0">
            <a:spAutoFit/>
          </a:bodyPr>
          <a:lstStyle/>
          <a:p>
            <a:endParaRPr lang="en-US" dirty="0"/>
          </a:p>
        </p:txBody>
      </p:sp>
      <p:sp>
        <p:nvSpPr>
          <p:cNvPr id="10" name="TextBox 9">
            <a:extLst>
              <a:ext uri="{FF2B5EF4-FFF2-40B4-BE49-F238E27FC236}">
                <a16:creationId xmlns:a16="http://schemas.microsoft.com/office/drawing/2014/main" id="{7AD09642-3625-D7FF-3B8D-4163AAF10EDB}"/>
              </a:ext>
            </a:extLst>
          </p:cNvPr>
          <p:cNvSpPr txBox="1"/>
          <p:nvPr/>
        </p:nvSpPr>
        <p:spPr>
          <a:xfrm>
            <a:off x="8696129" y="3912051"/>
            <a:ext cx="513185" cy="142911"/>
          </a:xfrm>
          <a:prstGeom prst="rect">
            <a:avLst/>
          </a:prstGeom>
          <a:solidFill>
            <a:schemeClr val="bg1"/>
          </a:solidFill>
          <a:ln>
            <a:solidFill>
              <a:schemeClr val="bg1"/>
            </a:solidFill>
          </a:ln>
        </p:spPr>
        <p:txBody>
          <a:bodyPr wrap="square" rtlCol="0">
            <a:spAutoFit/>
          </a:bodyPr>
          <a:lstStyle/>
          <a:p>
            <a:endParaRPr lang="en-US" dirty="0"/>
          </a:p>
        </p:txBody>
      </p:sp>
      <p:sp>
        <p:nvSpPr>
          <p:cNvPr id="12" name="TextBox 11">
            <a:extLst>
              <a:ext uri="{FF2B5EF4-FFF2-40B4-BE49-F238E27FC236}">
                <a16:creationId xmlns:a16="http://schemas.microsoft.com/office/drawing/2014/main" id="{4714389F-A22F-0EB0-D403-D810119D63CD}"/>
              </a:ext>
            </a:extLst>
          </p:cNvPr>
          <p:cNvSpPr txBox="1"/>
          <p:nvPr/>
        </p:nvSpPr>
        <p:spPr>
          <a:xfrm>
            <a:off x="5323771" y="4900394"/>
            <a:ext cx="697584" cy="369332"/>
          </a:xfrm>
          <a:prstGeom prst="rect">
            <a:avLst/>
          </a:prstGeom>
          <a:noFill/>
        </p:spPr>
        <p:txBody>
          <a:bodyPr wrap="square" rtlCol="0">
            <a:spAutoFit/>
          </a:bodyPr>
          <a:lstStyle/>
          <a:p>
            <a:r>
              <a:rPr lang="en-US" b="1" dirty="0">
                <a:solidFill>
                  <a:srgbClr val="FF0000"/>
                </a:solidFill>
              </a:rPr>
              <a:t>2</a:t>
            </a:r>
          </a:p>
        </p:txBody>
      </p:sp>
      <p:sp>
        <p:nvSpPr>
          <p:cNvPr id="3" name="Slide Number Placeholder 2">
            <a:extLst>
              <a:ext uri="{FF2B5EF4-FFF2-40B4-BE49-F238E27FC236}">
                <a16:creationId xmlns:a16="http://schemas.microsoft.com/office/drawing/2014/main" id="{3F9F3EB2-9C04-35C3-1235-662E606D049C}"/>
              </a:ext>
            </a:extLst>
          </p:cNvPr>
          <p:cNvSpPr>
            <a:spLocks noGrp="1"/>
          </p:cNvSpPr>
          <p:nvPr>
            <p:ph type="sldNum" sz="quarter" idx="12"/>
          </p:nvPr>
        </p:nvSpPr>
        <p:spPr/>
        <p:txBody>
          <a:bodyPr/>
          <a:lstStyle/>
          <a:p>
            <a:fld id="{5A95D4AF-915F-4CAC-9322-D5F37BEA4799}" type="slidenum">
              <a:rPr lang="en-US" smtClean="0"/>
              <a:t>3</a:t>
            </a:fld>
            <a:endParaRPr lang="en-US"/>
          </a:p>
        </p:txBody>
      </p:sp>
    </p:spTree>
    <p:extLst>
      <p:ext uri="{BB962C8B-B14F-4D97-AF65-F5344CB8AC3E}">
        <p14:creationId xmlns:p14="http://schemas.microsoft.com/office/powerpoint/2010/main" val="3485075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FF98-8BCA-7174-E1AE-30F5981D6206}"/>
              </a:ext>
            </a:extLst>
          </p:cNvPr>
          <p:cNvSpPr>
            <a:spLocks noGrp="1"/>
          </p:cNvSpPr>
          <p:nvPr>
            <p:ph type="title"/>
          </p:nvPr>
        </p:nvSpPr>
        <p:spPr/>
        <p:txBody>
          <a:bodyPr/>
          <a:lstStyle/>
          <a:p>
            <a:r>
              <a:rPr lang="en-US" dirty="0"/>
              <a:t>Step 3- ‘Click’ Edit Student</a:t>
            </a:r>
          </a:p>
        </p:txBody>
      </p:sp>
      <p:pic>
        <p:nvPicPr>
          <p:cNvPr id="10" name="Content Placeholder 9">
            <a:extLst>
              <a:ext uri="{FF2B5EF4-FFF2-40B4-BE49-F238E27FC236}">
                <a16:creationId xmlns:a16="http://schemas.microsoft.com/office/drawing/2014/main" id="{77439DB3-20C7-C83C-A689-840CC9B15ACD}"/>
              </a:ext>
            </a:extLst>
          </p:cNvPr>
          <p:cNvPicPr>
            <a:picLocks noGrp="1" noChangeAspect="1"/>
          </p:cNvPicPr>
          <p:nvPr>
            <p:ph idx="1"/>
          </p:nvPr>
        </p:nvPicPr>
        <p:blipFill>
          <a:blip r:embed="rId2"/>
          <a:stretch>
            <a:fillRect/>
          </a:stretch>
        </p:blipFill>
        <p:spPr>
          <a:xfrm>
            <a:off x="1119117" y="1690688"/>
            <a:ext cx="9953766" cy="4920408"/>
          </a:xfrm>
          <a:prstGeom prst="rect">
            <a:avLst/>
          </a:prstGeom>
        </p:spPr>
      </p:pic>
      <p:cxnSp>
        <p:nvCxnSpPr>
          <p:cNvPr id="6" name="Straight Arrow Connector 5">
            <a:extLst>
              <a:ext uri="{FF2B5EF4-FFF2-40B4-BE49-F238E27FC236}">
                <a16:creationId xmlns:a16="http://schemas.microsoft.com/office/drawing/2014/main" id="{9F7BDCE7-61FC-E569-ACF6-54F7EEE8C06C}"/>
              </a:ext>
            </a:extLst>
          </p:cNvPr>
          <p:cNvCxnSpPr/>
          <p:nvPr/>
        </p:nvCxnSpPr>
        <p:spPr>
          <a:xfrm flipH="1">
            <a:off x="9855882" y="1578104"/>
            <a:ext cx="1357459" cy="744717"/>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E7939CA-0583-3FD5-2278-D79DD1F689F9}"/>
              </a:ext>
            </a:extLst>
          </p:cNvPr>
          <p:cNvSpPr txBox="1"/>
          <p:nvPr/>
        </p:nvSpPr>
        <p:spPr>
          <a:xfrm>
            <a:off x="11213341" y="1321356"/>
            <a:ext cx="697584" cy="369332"/>
          </a:xfrm>
          <a:prstGeom prst="rect">
            <a:avLst/>
          </a:prstGeom>
          <a:noFill/>
        </p:spPr>
        <p:txBody>
          <a:bodyPr wrap="square" rtlCol="0">
            <a:spAutoFit/>
          </a:bodyPr>
          <a:lstStyle/>
          <a:p>
            <a:r>
              <a:rPr lang="en-US" b="1" dirty="0">
                <a:solidFill>
                  <a:srgbClr val="FF0000"/>
                </a:solidFill>
              </a:rPr>
              <a:t>3</a:t>
            </a:r>
          </a:p>
        </p:txBody>
      </p:sp>
      <p:sp>
        <p:nvSpPr>
          <p:cNvPr id="3" name="Slide Number Placeholder 2">
            <a:extLst>
              <a:ext uri="{FF2B5EF4-FFF2-40B4-BE49-F238E27FC236}">
                <a16:creationId xmlns:a16="http://schemas.microsoft.com/office/drawing/2014/main" id="{EAD5C663-9291-9001-0A58-8101E9A64003}"/>
              </a:ext>
            </a:extLst>
          </p:cNvPr>
          <p:cNvSpPr>
            <a:spLocks noGrp="1"/>
          </p:cNvSpPr>
          <p:nvPr>
            <p:ph type="sldNum" sz="quarter" idx="12"/>
          </p:nvPr>
        </p:nvSpPr>
        <p:spPr/>
        <p:txBody>
          <a:bodyPr/>
          <a:lstStyle/>
          <a:p>
            <a:fld id="{5A95D4AF-915F-4CAC-9322-D5F37BEA4799}" type="slidenum">
              <a:rPr lang="en-US" smtClean="0"/>
              <a:t>4</a:t>
            </a:fld>
            <a:endParaRPr lang="en-US"/>
          </a:p>
        </p:txBody>
      </p:sp>
    </p:spTree>
    <p:extLst>
      <p:ext uri="{BB962C8B-B14F-4D97-AF65-F5344CB8AC3E}">
        <p14:creationId xmlns:p14="http://schemas.microsoft.com/office/powerpoint/2010/main" val="667912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5EFD20E-6152-60E7-C681-A18E1A1CC351}"/>
              </a:ext>
            </a:extLst>
          </p:cNvPr>
          <p:cNvPicPr>
            <a:picLocks noGrp="1" noChangeAspect="1"/>
          </p:cNvPicPr>
          <p:nvPr>
            <p:ph idx="1"/>
          </p:nvPr>
        </p:nvPicPr>
        <p:blipFill>
          <a:blip r:embed="rId2"/>
          <a:stretch>
            <a:fillRect/>
          </a:stretch>
        </p:blipFill>
        <p:spPr>
          <a:xfrm>
            <a:off x="4169790" y="1376269"/>
            <a:ext cx="4609324" cy="5481731"/>
          </a:xfrm>
          <a:prstGeom prst="rect">
            <a:avLst/>
          </a:prstGeom>
        </p:spPr>
      </p:pic>
      <p:cxnSp>
        <p:nvCxnSpPr>
          <p:cNvPr id="9" name="Straight Arrow Connector 8">
            <a:extLst>
              <a:ext uri="{FF2B5EF4-FFF2-40B4-BE49-F238E27FC236}">
                <a16:creationId xmlns:a16="http://schemas.microsoft.com/office/drawing/2014/main" id="{41B005E7-5E50-825B-661A-15DF54AFB53A}"/>
              </a:ext>
            </a:extLst>
          </p:cNvPr>
          <p:cNvCxnSpPr/>
          <p:nvPr/>
        </p:nvCxnSpPr>
        <p:spPr>
          <a:xfrm flipH="1">
            <a:off x="8100384" y="4407875"/>
            <a:ext cx="1357459" cy="744717"/>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0FDA61A6-7228-CBEB-93CD-963EDC5BDAE2}"/>
              </a:ext>
            </a:extLst>
          </p:cNvPr>
          <p:cNvSpPr txBox="1"/>
          <p:nvPr/>
        </p:nvSpPr>
        <p:spPr>
          <a:xfrm>
            <a:off x="9438989" y="4223209"/>
            <a:ext cx="697584" cy="369332"/>
          </a:xfrm>
          <a:prstGeom prst="rect">
            <a:avLst/>
          </a:prstGeom>
          <a:noFill/>
        </p:spPr>
        <p:txBody>
          <a:bodyPr wrap="square" rtlCol="0">
            <a:spAutoFit/>
          </a:bodyPr>
          <a:lstStyle/>
          <a:p>
            <a:r>
              <a:rPr lang="en-US" b="1" dirty="0">
                <a:solidFill>
                  <a:srgbClr val="FF0000"/>
                </a:solidFill>
              </a:rPr>
              <a:t>4</a:t>
            </a:r>
          </a:p>
        </p:txBody>
      </p:sp>
      <p:pic>
        <p:nvPicPr>
          <p:cNvPr id="19" name="Picture 18">
            <a:extLst>
              <a:ext uri="{FF2B5EF4-FFF2-40B4-BE49-F238E27FC236}">
                <a16:creationId xmlns:a16="http://schemas.microsoft.com/office/drawing/2014/main" id="{62075CA0-3476-52F6-AB68-5090AFBEBE82}"/>
              </a:ext>
            </a:extLst>
          </p:cNvPr>
          <p:cNvPicPr>
            <a:picLocks noChangeAspect="1"/>
          </p:cNvPicPr>
          <p:nvPr/>
        </p:nvPicPr>
        <p:blipFill>
          <a:blip r:embed="rId3"/>
          <a:stretch>
            <a:fillRect/>
          </a:stretch>
        </p:blipFill>
        <p:spPr>
          <a:xfrm>
            <a:off x="621275" y="1492031"/>
            <a:ext cx="2191056" cy="4410691"/>
          </a:xfrm>
          <a:prstGeom prst="rect">
            <a:avLst/>
          </a:prstGeom>
        </p:spPr>
      </p:pic>
      <p:sp>
        <p:nvSpPr>
          <p:cNvPr id="20" name="Title 1">
            <a:extLst>
              <a:ext uri="{FF2B5EF4-FFF2-40B4-BE49-F238E27FC236}">
                <a16:creationId xmlns:a16="http://schemas.microsoft.com/office/drawing/2014/main" id="{FCA1B311-0092-34C9-EE85-51BC567FBF49}"/>
              </a:ext>
            </a:extLst>
          </p:cNvPr>
          <p:cNvSpPr>
            <a:spLocks noGrp="1"/>
          </p:cNvSpPr>
          <p:nvPr>
            <p:ph type="title"/>
          </p:nvPr>
        </p:nvSpPr>
        <p:spPr>
          <a:xfrm>
            <a:off x="838200" y="166468"/>
            <a:ext cx="10515600" cy="1325563"/>
          </a:xfrm>
        </p:spPr>
        <p:txBody>
          <a:bodyPr/>
          <a:lstStyle/>
          <a:p>
            <a:r>
              <a:rPr lang="en-US" dirty="0"/>
              <a:t>Step 4- Turn on the Text Notifications switch</a:t>
            </a:r>
          </a:p>
        </p:txBody>
      </p:sp>
      <p:sp>
        <p:nvSpPr>
          <p:cNvPr id="2" name="Slide Number Placeholder 1">
            <a:extLst>
              <a:ext uri="{FF2B5EF4-FFF2-40B4-BE49-F238E27FC236}">
                <a16:creationId xmlns:a16="http://schemas.microsoft.com/office/drawing/2014/main" id="{C25CDB35-D0B0-62CC-0C56-735272256749}"/>
              </a:ext>
            </a:extLst>
          </p:cNvPr>
          <p:cNvSpPr>
            <a:spLocks noGrp="1"/>
          </p:cNvSpPr>
          <p:nvPr>
            <p:ph type="sldNum" sz="quarter" idx="12"/>
          </p:nvPr>
        </p:nvSpPr>
        <p:spPr/>
        <p:txBody>
          <a:bodyPr/>
          <a:lstStyle/>
          <a:p>
            <a:fld id="{5A95D4AF-915F-4CAC-9322-D5F37BEA4799}" type="slidenum">
              <a:rPr lang="en-US" smtClean="0"/>
              <a:t>5</a:t>
            </a:fld>
            <a:endParaRPr lang="en-US"/>
          </a:p>
        </p:txBody>
      </p:sp>
    </p:spTree>
    <p:extLst>
      <p:ext uri="{BB962C8B-B14F-4D97-AF65-F5344CB8AC3E}">
        <p14:creationId xmlns:p14="http://schemas.microsoft.com/office/powerpoint/2010/main" val="4196223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77306-7FB2-CD49-50EB-4786905E1D5D}"/>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81A02E9-91BF-3DCF-C3BE-112CD98FFE42}"/>
              </a:ext>
            </a:extLst>
          </p:cNvPr>
          <p:cNvPicPr>
            <a:picLocks noGrp="1" noChangeAspect="1"/>
          </p:cNvPicPr>
          <p:nvPr>
            <p:ph idx="1"/>
          </p:nvPr>
        </p:nvPicPr>
        <p:blipFill>
          <a:blip r:embed="rId2"/>
          <a:stretch>
            <a:fillRect/>
          </a:stretch>
        </p:blipFill>
        <p:spPr>
          <a:xfrm>
            <a:off x="3890864" y="1143980"/>
            <a:ext cx="4810075" cy="5720478"/>
          </a:xfrm>
          <a:prstGeom prst="rect">
            <a:avLst/>
          </a:prstGeom>
        </p:spPr>
      </p:pic>
      <p:cxnSp>
        <p:nvCxnSpPr>
          <p:cNvPr id="7" name="Straight Arrow Connector 6">
            <a:extLst>
              <a:ext uri="{FF2B5EF4-FFF2-40B4-BE49-F238E27FC236}">
                <a16:creationId xmlns:a16="http://schemas.microsoft.com/office/drawing/2014/main" id="{592A1EE7-CB0A-C6F4-FB65-39BF51C52335}"/>
              </a:ext>
            </a:extLst>
          </p:cNvPr>
          <p:cNvCxnSpPr>
            <a:cxnSpLocks/>
          </p:cNvCxnSpPr>
          <p:nvPr/>
        </p:nvCxnSpPr>
        <p:spPr>
          <a:xfrm flipH="1">
            <a:off x="8003357" y="4967926"/>
            <a:ext cx="1285187" cy="744717"/>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88E3353C-79CE-7EB9-D519-D0BB7F3C8BCF}"/>
              </a:ext>
            </a:extLst>
          </p:cNvPr>
          <p:cNvCxnSpPr>
            <a:cxnSpLocks/>
          </p:cNvCxnSpPr>
          <p:nvPr/>
        </p:nvCxnSpPr>
        <p:spPr>
          <a:xfrm flipH="1">
            <a:off x="8003356" y="4967926"/>
            <a:ext cx="1285188" cy="1269475"/>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47716759-EFA0-7687-C22F-B877AA18740F}"/>
              </a:ext>
            </a:extLst>
          </p:cNvPr>
          <p:cNvSpPr txBox="1"/>
          <p:nvPr/>
        </p:nvSpPr>
        <p:spPr>
          <a:xfrm>
            <a:off x="9288544" y="4783260"/>
            <a:ext cx="697584" cy="369332"/>
          </a:xfrm>
          <a:prstGeom prst="rect">
            <a:avLst/>
          </a:prstGeom>
          <a:noFill/>
        </p:spPr>
        <p:txBody>
          <a:bodyPr wrap="square" rtlCol="0">
            <a:spAutoFit/>
          </a:bodyPr>
          <a:lstStyle/>
          <a:p>
            <a:r>
              <a:rPr lang="en-US" b="1" dirty="0">
                <a:solidFill>
                  <a:srgbClr val="FF0000"/>
                </a:solidFill>
              </a:rPr>
              <a:t>5</a:t>
            </a:r>
          </a:p>
        </p:txBody>
      </p:sp>
      <p:pic>
        <p:nvPicPr>
          <p:cNvPr id="19" name="Picture 18">
            <a:extLst>
              <a:ext uri="{FF2B5EF4-FFF2-40B4-BE49-F238E27FC236}">
                <a16:creationId xmlns:a16="http://schemas.microsoft.com/office/drawing/2014/main" id="{DCCECE2C-AAE0-FAD3-BE99-64650633474D}"/>
              </a:ext>
            </a:extLst>
          </p:cNvPr>
          <p:cNvPicPr>
            <a:picLocks noChangeAspect="1"/>
          </p:cNvPicPr>
          <p:nvPr/>
        </p:nvPicPr>
        <p:blipFill>
          <a:blip r:embed="rId3"/>
          <a:stretch>
            <a:fillRect/>
          </a:stretch>
        </p:blipFill>
        <p:spPr>
          <a:xfrm>
            <a:off x="621275" y="1492031"/>
            <a:ext cx="2191056" cy="4410691"/>
          </a:xfrm>
          <a:prstGeom prst="rect">
            <a:avLst/>
          </a:prstGeom>
        </p:spPr>
      </p:pic>
      <p:sp>
        <p:nvSpPr>
          <p:cNvPr id="20" name="Title 1">
            <a:extLst>
              <a:ext uri="{FF2B5EF4-FFF2-40B4-BE49-F238E27FC236}">
                <a16:creationId xmlns:a16="http://schemas.microsoft.com/office/drawing/2014/main" id="{1E4C2342-EC94-2DD8-3288-39E5B14EB736}"/>
              </a:ext>
            </a:extLst>
          </p:cNvPr>
          <p:cNvSpPr>
            <a:spLocks noGrp="1"/>
          </p:cNvSpPr>
          <p:nvPr>
            <p:ph type="title"/>
          </p:nvPr>
        </p:nvSpPr>
        <p:spPr>
          <a:xfrm>
            <a:off x="838200" y="166468"/>
            <a:ext cx="10515600" cy="1325563"/>
          </a:xfrm>
        </p:spPr>
        <p:txBody>
          <a:bodyPr/>
          <a:lstStyle/>
          <a:p>
            <a:r>
              <a:rPr lang="en-US" dirty="0"/>
              <a:t>Step 5- Select the Guardian(s) to notify</a:t>
            </a:r>
          </a:p>
        </p:txBody>
      </p:sp>
      <p:sp>
        <p:nvSpPr>
          <p:cNvPr id="2" name="Slide Number Placeholder 1">
            <a:extLst>
              <a:ext uri="{FF2B5EF4-FFF2-40B4-BE49-F238E27FC236}">
                <a16:creationId xmlns:a16="http://schemas.microsoft.com/office/drawing/2014/main" id="{44DAE874-75EB-361C-EB6E-5061695AF9B6}"/>
              </a:ext>
            </a:extLst>
          </p:cNvPr>
          <p:cNvSpPr>
            <a:spLocks noGrp="1"/>
          </p:cNvSpPr>
          <p:nvPr>
            <p:ph type="sldNum" sz="quarter" idx="12"/>
          </p:nvPr>
        </p:nvSpPr>
        <p:spPr/>
        <p:txBody>
          <a:bodyPr/>
          <a:lstStyle/>
          <a:p>
            <a:fld id="{5A95D4AF-915F-4CAC-9322-D5F37BEA4799}" type="slidenum">
              <a:rPr lang="en-US" smtClean="0"/>
              <a:t>6</a:t>
            </a:fld>
            <a:endParaRPr lang="en-US"/>
          </a:p>
        </p:txBody>
      </p:sp>
    </p:spTree>
    <p:extLst>
      <p:ext uri="{BB962C8B-B14F-4D97-AF65-F5344CB8AC3E}">
        <p14:creationId xmlns:p14="http://schemas.microsoft.com/office/powerpoint/2010/main" val="3049218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A8FD8-63E6-9663-E804-8EC99891927B}"/>
              </a:ext>
            </a:extLst>
          </p:cNvPr>
          <p:cNvSpPr>
            <a:spLocks noGrp="1"/>
          </p:cNvSpPr>
          <p:nvPr>
            <p:ph type="title"/>
          </p:nvPr>
        </p:nvSpPr>
        <p:spPr/>
        <p:txBody>
          <a:bodyPr/>
          <a:lstStyle/>
          <a:p>
            <a:r>
              <a:rPr lang="en-US" dirty="0"/>
              <a:t>Step 6- Save Contact</a:t>
            </a:r>
          </a:p>
        </p:txBody>
      </p:sp>
      <p:sp>
        <p:nvSpPr>
          <p:cNvPr id="3" name="Content Placeholder 2">
            <a:extLst>
              <a:ext uri="{FF2B5EF4-FFF2-40B4-BE49-F238E27FC236}">
                <a16:creationId xmlns:a16="http://schemas.microsoft.com/office/drawing/2014/main" id="{F4D85E7A-D0D3-A1A3-1917-B88861FE60A6}"/>
              </a:ext>
            </a:extLst>
          </p:cNvPr>
          <p:cNvSpPr>
            <a:spLocks noGrp="1"/>
          </p:cNvSpPr>
          <p:nvPr>
            <p:ph idx="1"/>
          </p:nvPr>
        </p:nvSpPr>
        <p:spPr>
          <a:xfrm>
            <a:off x="838200" y="1825625"/>
            <a:ext cx="4909457" cy="4351338"/>
          </a:xfrm>
        </p:spPr>
        <p:txBody>
          <a:bodyPr>
            <a:normAutofit fontScale="92500" lnSpcReduction="10000"/>
          </a:bodyPr>
          <a:lstStyle/>
          <a:p>
            <a:r>
              <a:rPr lang="en-US" dirty="0"/>
              <a:t>Ask the parents to save the notification number which is</a:t>
            </a:r>
          </a:p>
          <a:p>
            <a:r>
              <a:rPr lang="en-US" b="1" dirty="0"/>
              <a:t> 831-298-8368.</a:t>
            </a:r>
          </a:p>
          <a:p>
            <a:r>
              <a:rPr lang="en-US" dirty="0"/>
              <a:t>Some cellular providers may ask you to opt in first, so this bypasses that process.</a:t>
            </a:r>
          </a:p>
          <a:p>
            <a:r>
              <a:rPr lang="en-US" dirty="0"/>
              <a:t>You can text the number as a contact which then can be saved very quickly on a parent's phone. We labeled the contact as ‘Kumon Live!’</a:t>
            </a:r>
          </a:p>
        </p:txBody>
      </p:sp>
      <p:pic>
        <p:nvPicPr>
          <p:cNvPr id="5" name="Picture 4">
            <a:extLst>
              <a:ext uri="{FF2B5EF4-FFF2-40B4-BE49-F238E27FC236}">
                <a16:creationId xmlns:a16="http://schemas.microsoft.com/office/drawing/2014/main" id="{BD7E0399-B554-A1A1-C9E1-3276515D9628}"/>
              </a:ext>
            </a:extLst>
          </p:cNvPr>
          <p:cNvPicPr>
            <a:picLocks noChangeAspect="1"/>
          </p:cNvPicPr>
          <p:nvPr/>
        </p:nvPicPr>
        <p:blipFill>
          <a:blip r:embed="rId2"/>
          <a:stretch>
            <a:fillRect/>
          </a:stretch>
        </p:blipFill>
        <p:spPr>
          <a:xfrm>
            <a:off x="6956102" y="667138"/>
            <a:ext cx="2575590" cy="5728996"/>
          </a:xfrm>
          <a:prstGeom prst="rect">
            <a:avLst/>
          </a:prstGeom>
        </p:spPr>
      </p:pic>
      <p:cxnSp>
        <p:nvCxnSpPr>
          <p:cNvPr id="6" name="Straight Arrow Connector 5">
            <a:extLst>
              <a:ext uri="{FF2B5EF4-FFF2-40B4-BE49-F238E27FC236}">
                <a16:creationId xmlns:a16="http://schemas.microsoft.com/office/drawing/2014/main" id="{0FA179D2-9148-36EB-5080-20E731D8648D}"/>
              </a:ext>
            </a:extLst>
          </p:cNvPr>
          <p:cNvCxnSpPr>
            <a:cxnSpLocks/>
          </p:cNvCxnSpPr>
          <p:nvPr/>
        </p:nvCxnSpPr>
        <p:spPr>
          <a:xfrm flipH="1">
            <a:off x="8243897" y="4336256"/>
            <a:ext cx="1285187" cy="744717"/>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D88F5E37-22F9-13AA-309D-AFE0748E75D2}"/>
              </a:ext>
            </a:extLst>
          </p:cNvPr>
          <p:cNvSpPr txBox="1"/>
          <p:nvPr/>
        </p:nvSpPr>
        <p:spPr>
          <a:xfrm>
            <a:off x="9529084" y="4151590"/>
            <a:ext cx="697584" cy="369332"/>
          </a:xfrm>
          <a:prstGeom prst="rect">
            <a:avLst/>
          </a:prstGeom>
          <a:noFill/>
        </p:spPr>
        <p:txBody>
          <a:bodyPr wrap="square" rtlCol="0">
            <a:spAutoFit/>
          </a:bodyPr>
          <a:lstStyle/>
          <a:p>
            <a:r>
              <a:rPr lang="en-US" b="1" dirty="0">
                <a:solidFill>
                  <a:srgbClr val="FF0000"/>
                </a:solidFill>
              </a:rPr>
              <a:t>6</a:t>
            </a:r>
          </a:p>
        </p:txBody>
      </p:sp>
      <p:sp>
        <p:nvSpPr>
          <p:cNvPr id="4" name="Slide Number Placeholder 3">
            <a:extLst>
              <a:ext uri="{FF2B5EF4-FFF2-40B4-BE49-F238E27FC236}">
                <a16:creationId xmlns:a16="http://schemas.microsoft.com/office/drawing/2014/main" id="{3D704356-619F-077F-F921-DB7D7487B808}"/>
              </a:ext>
            </a:extLst>
          </p:cNvPr>
          <p:cNvSpPr>
            <a:spLocks noGrp="1"/>
          </p:cNvSpPr>
          <p:nvPr>
            <p:ph type="sldNum" sz="quarter" idx="12"/>
          </p:nvPr>
        </p:nvSpPr>
        <p:spPr/>
        <p:txBody>
          <a:bodyPr/>
          <a:lstStyle/>
          <a:p>
            <a:fld id="{5A95D4AF-915F-4CAC-9322-D5F37BEA4799}" type="slidenum">
              <a:rPr lang="en-US" smtClean="0"/>
              <a:t>7</a:t>
            </a:fld>
            <a:endParaRPr lang="en-US"/>
          </a:p>
        </p:txBody>
      </p:sp>
    </p:spTree>
    <p:extLst>
      <p:ext uri="{BB962C8B-B14F-4D97-AF65-F5344CB8AC3E}">
        <p14:creationId xmlns:p14="http://schemas.microsoft.com/office/powerpoint/2010/main" val="87704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F794E-D3CB-5C7F-A6BB-AE7C043B5182}"/>
              </a:ext>
            </a:extLst>
          </p:cNvPr>
          <p:cNvSpPr>
            <a:spLocks noGrp="1"/>
          </p:cNvSpPr>
          <p:nvPr>
            <p:ph type="title"/>
          </p:nvPr>
        </p:nvSpPr>
        <p:spPr/>
        <p:txBody>
          <a:bodyPr/>
          <a:lstStyle/>
          <a:p>
            <a:r>
              <a:rPr lang="en-US" dirty="0"/>
              <a:t>Step 7 – Check in with parents</a:t>
            </a:r>
          </a:p>
        </p:txBody>
      </p:sp>
      <p:sp>
        <p:nvSpPr>
          <p:cNvPr id="3" name="Content Placeholder 2">
            <a:extLst>
              <a:ext uri="{FF2B5EF4-FFF2-40B4-BE49-F238E27FC236}">
                <a16:creationId xmlns:a16="http://schemas.microsoft.com/office/drawing/2014/main" id="{A145657F-4960-9C01-ED86-08516033C61F}"/>
              </a:ext>
            </a:extLst>
          </p:cNvPr>
          <p:cNvSpPr>
            <a:spLocks noGrp="1"/>
          </p:cNvSpPr>
          <p:nvPr>
            <p:ph idx="1"/>
          </p:nvPr>
        </p:nvSpPr>
        <p:spPr>
          <a:xfrm>
            <a:off x="838200" y="1825625"/>
            <a:ext cx="5257800" cy="4667250"/>
          </a:xfrm>
        </p:spPr>
        <p:txBody>
          <a:bodyPr>
            <a:normAutofit fontScale="92500" lnSpcReduction="10000"/>
          </a:bodyPr>
          <a:lstStyle/>
          <a:p>
            <a:r>
              <a:rPr lang="en-US" dirty="0"/>
              <a:t>After your first-class day with the texting option has been trialed; Check in with the small sample of parents and get their feedback.</a:t>
            </a:r>
          </a:p>
          <a:p>
            <a:r>
              <a:rPr lang="en-US" dirty="0"/>
              <a:t>They will have received one text at check in and another text at checkout. </a:t>
            </a:r>
            <a:r>
              <a:rPr lang="en-US" sz="1500" b="1" dirty="0">
                <a:solidFill>
                  <a:srgbClr val="0070C0"/>
                </a:solidFill>
              </a:rPr>
              <a:t>Check that they received both</a:t>
            </a:r>
          </a:p>
          <a:p>
            <a:r>
              <a:rPr lang="en-US" dirty="0"/>
              <a:t>The text sent to parents will show the name, center location and time.</a:t>
            </a:r>
          </a:p>
          <a:p>
            <a:r>
              <a:rPr lang="en-US" dirty="0"/>
              <a:t>You can also customize this message later.</a:t>
            </a:r>
          </a:p>
          <a:p>
            <a:endParaRPr lang="en-US" dirty="0"/>
          </a:p>
        </p:txBody>
      </p:sp>
      <p:pic>
        <p:nvPicPr>
          <p:cNvPr id="5" name="Picture 4">
            <a:extLst>
              <a:ext uri="{FF2B5EF4-FFF2-40B4-BE49-F238E27FC236}">
                <a16:creationId xmlns:a16="http://schemas.microsoft.com/office/drawing/2014/main" id="{E283DED1-CE42-EFCC-A3C5-002218BEA1E4}"/>
              </a:ext>
            </a:extLst>
          </p:cNvPr>
          <p:cNvPicPr>
            <a:picLocks noChangeAspect="1"/>
          </p:cNvPicPr>
          <p:nvPr/>
        </p:nvPicPr>
        <p:blipFill>
          <a:blip r:embed="rId2"/>
          <a:stretch>
            <a:fillRect/>
          </a:stretch>
        </p:blipFill>
        <p:spPr>
          <a:xfrm>
            <a:off x="8092067" y="365125"/>
            <a:ext cx="2927625" cy="6395631"/>
          </a:xfrm>
          <a:prstGeom prst="rect">
            <a:avLst/>
          </a:prstGeom>
        </p:spPr>
      </p:pic>
      <p:cxnSp>
        <p:nvCxnSpPr>
          <p:cNvPr id="6" name="Straight Arrow Connector 5">
            <a:extLst>
              <a:ext uri="{FF2B5EF4-FFF2-40B4-BE49-F238E27FC236}">
                <a16:creationId xmlns:a16="http://schemas.microsoft.com/office/drawing/2014/main" id="{EF169879-4283-D06C-CC3D-F661681B7E85}"/>
              </a:ext>
            </a:extLst>
          </p:cNvPr>
          <p:cNvCxnSpPr>
            <a:cxnSpLocks/>
          </p:cNvCxnSpPr>
          <p:nvPr/>
        </p:nvCxnSpPr>
        <p:spPr>
          <a:xfrm flipV="1">
            <a:off x="6326155" y="2267338"/>
            <a:ext cx="1838131" cy="1259633"/>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29F9D20F-E2AD-E2C7-C608-4BDD046456AF}"/>
              </a:ext>
            </a:extLst>
          </p:cNvPr>
          <p:cNvSpPr txBox="1"/>
          <p:nvPr/>
        </p:nvSpPr>
        <p:spPr>
          <a:xfrm>
            <a:off x="5932922" y="3436066"/>
            <a:ext cx="2068286" cy="369332"/>
          </a:xfrm>
          <a:prstGeom prst="rect">
            <a:avLst/>
          </a:prstGeom>
          <a:noFill/>
        </p:spPr>
        <p:txBody>
          <a:bodyPr wrap="square" rtlCol="0">
            <a:spAutoFit/>
          </a:bodyPr>
          <a:lstStyle/>
          <a:p>
            <a:r>
              <a:rPr lang="en-US" b="1" dirty="0">
                <a:solidFill>
                  <a:srgbClr val="FF0000"/>
                </a:solidFill>
              </a:rPr>
              <a:t>7a- Check-in Text</a:t>
            </a:r>
          </a:p>
        </p:txBody>
      </p:sp>
      <p:sp>
        <p:nvSpPr>
          <p:cNvPr id="12" name="TextBox 11">
            <a:extLst>
              <a:ext uri="{FF2B5EF4-FFF2-40B4-BE49-F238E27FC236}">
                <a16:creationId xmlns:a16="http://schemas.microsoft.com/office/drawing/2014/main" id="{335D7822-4B96-2D08-4E25-C4E66DF67583}"/>
              </a:ext>
            </a:extLst>
          </p:cNvPr>
          <p:cNvSpPr txBox="1"/>
          <p:nvPr/>
        </p:nvSpPr>
        <p:spPr>
          <a:xfrm>
            <a:off x="5932921" y="4061092"/>
            <a:ext cx="2159145" cy="369332"/>
          </a:xfrm>
          <a:prstGeom prst="rect">
            <a:avLst/>
          </a:prstGeom>
          <a:noFill/>
        </p:spPr>
        <p:txBody>
          <a:bodyPr wrap="square" rtlCol="0">
            <a:spAutoFit/>
          </a:bodyPr>
          <a:lstStyle/>
          <a:p>
            <a:r>
              <a:rPr lang="en-US" b="1" dirty="0">
                <a:solidFill>
                  <a:srgbClr val="FF0000"/>
                </a:solidFill>
              </a:rPr>
              <a:t>7b- Check-out Text</a:t>
            </a:r>
          </a:p>
        </p:txBody>
      </p:sp>
      <p:cxnSp>
        <p:nvCxnSpPr>
          <p:cNvPr id="13" name="Straight Arrow Connector 12">
            <a:extLst>
              <a:ext uri="{FF2B5EF4-FFF2-40B4-BE49-F238E27FC236}">
                <a16:creationId xmlns:a16="http://schemas.microsoft.com/office/drawing/2014/main" id="{F896639F-1D6C-7C22-4508-BAD4EA360457}"/>
              </a:ext>
            </a:extLst>
          </p:cNvPr>
          <p:cNvCxnSpPr>
            <a:cxnSpLocks/>
          </p:cNvCxnSpPr>
          <p:nvPr/>
        </p:nvCxnSpPr>
        <p:spPr>
          <a:xfrm flipV="1">
            <a:off x="7416313" y="3335503"/>
            <a:ext cx="1260649" cy="795565"/>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3D6D3478-6E1D-DF15-C775-D8354D8AFA83}"/>
              </a:ext>
            </a:extLst>
          </p:cNvPr>
          <p:cNvSpPr>
            <a:spLocks noGrp="1"/>
          </p:cNvSpPr>
          <p:nvPr>
            <p:ph type="sldNum" sz="quarter" idx="12"/>
          </p:nvPr>
        </p:nvSpPr>
        <p:spPr/>
        <p:txBody>
          <a:bodyPr/>
          <a:lstStyle/>
          <a:p>
            <a:fld id="{5A95D4AF-915F-4CAC-9322-D5F37BEA4799}" type="slidenum">
              <a:rPr lang="en-US" smtClean="0"/>
              <a:t>8</a:t>
            </a:fld>
            <a:endParaRPr lang="en-US"/>
          </a:p>
        </p:txBody>
      </p:sp>
    </p:spTree>
    <p:extLst>
      <p:ext uri="{BB962C8B-B14F-4D97-AF65-F5344CB8AC3E}">
        <p14:creationId xmlns:p14="http://schemas.microsoft.com/office/powerpoint/2010/main" val="3963535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909EE-1CB0-94D7-01AE-5DC45321AE7D}"/>
              </a:ext>
            </a:extLst>
          </p:cNvPr>
          <p:cNvSpPr>
            <a:spLocks noGrp="1"/>
          </p:cNvSpPr>
          <p:nvPr>
            <p:ph type="title"/>
          </p:nvPr>
        </p:nvSpPr>
        <p:spPr/>
        <p:txBody>
          <a:bodyPr/>
          <a:lstStyle/>
          <a:p>
            <a:r>
              <a:rPr lang="en-US" dirty="0"/>
              <a:t>Step 8- Turn on notifications for all Parents</a:t>
            </a:r>
          </a:p>
        </p:txBody>
      </p:sp>
      <p:sp>
        <p:nvSpPr>
          <p:cNvPr id="11" name="TextBox 10">
            <a:extLst>
              <a:ext uri="{FF2B5EF4-FFF2-40B4-BE49-F238E27FC236}">
                <a16:creationId xmlns:a16="http://schemas.microsoft.com/office/drawing/2014/main" id="{286DBE38-D7A7-B55B-17AE-D552727F1EB1}"/>
              </a:ext>
            </a:extLst>
          </p:cNvPr>
          <p:cNvSpPr txBox="1"/>
          <p:nvPr/>
        </p:nvSpPr>
        <p:spPr>
          <a:xfrm>
            <a:off x="10460813" y="1105581"/>
            <a:ext cx="697584" cy="369332"/>
          </a:xfrm>
          <a:prstGeom prst="rect">
            <a:avLst/>
          </a:prstGeom>
          <a:noFill/>
        </p:spPr>
        <p:txBody>
          <a:bodyPr wrap="square" rtlCol="0">
            <a:spAutoFit/>
          </a:bodyPr>
          <a:lstStyle/>
          <a:p>
            <a:r>
              <a:rPr lang="en-US" b="1" dirty="0">
                <a:solidFill>
                  <a:srgbClr val="FF0000"/>
                </a:solidFill>
              </a:rPr>
              <a:t>8</a:t>
            </a:r>
          </a:p>
        </p:txBody>
      </p:sp>
      <p:pic>
        <p:nvPicPr>
          <p:cNvPr id="15" name="Content Placeholder 14">
            <a:extLst>
              <a:ext uri="{FF2B5EF4-FFF2-40B4-BE49-F238E27FC236}">
                <a16:creationId xmlns:a16="http://schemas.microsoft.com/office/drawing/2014/main" id="{F8DFD5E6-8876-FA67-66B4-B930A039B4CB}"/>
              </a:ext>
            </a:extLst>
          </p:cNvPr>
          <p:cNvPicPr>
            <a:picLocks noGrp="1" noChangeAspect="1"/>
          </p:cNvPicPr>
          <p:nvPr>
            <p:ph idx="1"/>
          </p:nvPr>
        </p:nvPicPr>
        <p:blipFill>
          <a:blip r:embed="rId2"/>
          <a:stretch>
            <a:fillRect/>
          </a:stretch>
        </p:blipFill>
        <p:spPr>
          <a:xfrm>
            <a:off x="577483" y="2043022"/>
            <a:ext cx="10515600" cy="2771956"/>
          </a:xfrm>
          <a:prstGeom prst="rect">
            <a:avLst/>
          </a:prstGeom>
        </p:spPr>
      </p:pic>
      <p:cxnSp>
        <p:nvCxnSpPr>
          <p:cNvPr id="6" name="Straight Arrow Connector 5">
            <a:extLst>
              <a:ext uri="{FF2B5EF4-FFF2-40B4-BE49-F238E27FC236}">
                <a16:creationId xmlns:a16="http://schemas.microsoft.com/office/drawing/2014/main" id="{AECA3079-D6C6-23C4-7CF1-17A48CE5060A}"/>
              </a:ext>
            </a:extLst>
          </p:cNvPr>
          <p:cNvCxnSpPr>
            <a:cxnSpLocks/>
          </p:cNvCxnSpPr>
          <p:nvPr/>
        </p:nvCxnSpPr>
        <p:spPr>
          <a:xfrm flipH="1">
            <a:off x="9270836" y="1308912"/>
            <a:ext cx="1227298" cy="1002623"/>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8B1F637-B07D-3483-D083-084A11966327}"/>
              </a:ext>
            </a:extLst>
          </p:cNvPr>
          <p:cNvCxnSpPr>
            <a:cxnSpLocks/>
          </p:cNvCxnSpPr>
          <p:nvPr/>
        </p:nvCxnSpPr>
        <p:spPr>
          <a:xfrm flipH="1" flipV="1">
            <a:off x="6096000" y="4612467"/>
            <a:ext cx="1163216" cy="1109689"/>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E6AD5FC9-6CFB-E43B-D9FE-3854B0B0917E}"/>
              </a:ext>
            </a:extLst>
          </p:cNvPr>
          <p:cNvSpPr txBox="1"/>
          <p:nvPr/>
        </p:nvSpPr>
        <p:spPr>
          <a:xfrm>
            <a:off x="5380893" y="5722156"/>
            <a:ext cx="6564922" cy="923330"/>
          </a:xfrm>
          <a:prstGeom prst="rect">
            <a:avLst/>
          </a:prstGeom>
          <a:noFill/>
        </p:spPr>
        <p:txBody>
          <a:bodyPr wrap="square" rtlCol="0">
            <a:spAutoFit/>
          </a:bodyPr>
          <a:lstStyle/>
          <a:p>
            <a:r>
              <a:rPr lang="en-US" b="1" dirty="0">
                <a:solidFill>
                  <a:srgbClr val="FF0000"/>
                </a:solidFill>
              </a:rPr>
              <a:t>Check that all students have guardian with a phone number in their profile . Here is an example of incomplete data. Here you will need to enter the data manually</a:t>
            </a:r>
          </a:p>
        </p:txBody>
      </p:sp>
      <p:cxnSp>
        <p:nvCxnSpPr>
          <p:cNvPr id="20" name="Straight Arrow Connector 19">
            <a:extLst>
              <a:ext uri="{FF2B5EF4-FFF2-40B4-BE49-F238E27FC236}">
                <a16:creationId xmlns:a16="http://schemas.microsoft.com/office/drawing/2014/main" id="{17AE55C5-5BDD-183F-FA63-0752385163F1}"/>
              </a:ext>
            </a:extLst>
          </p:cNvPr>
          <p:cNvCxnSpPr>
            <a:cxnSpLocks/>
          </p:cNvCxnSpPr>
          <p:nvPr/>
        </p:nvCxnSpPr>
        <p:spPr>
          <a:xfrm flipV="1">
            <a:off x="7240556" y="4612467"/>
            <a:ext cx="0" cy="1109689"/>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1537DC2-0BFA-1E7F-5327-9FCE243D24E3}"/>
              </a:ext>
            </a:extLst>
          </p:cNvPr>
          <p:cNvSpPr txBox="1"/>
          <p:nvPr/>
        </p:nvSpPr>
        <p:spPr>
          <a:xfrm>
            <a:off x="2730500" y="1313330"/>
            <a:ext cx="6096000" cy="323165"/>
          </a:xfrm>
          <a:prstGeom prst="rect">
            <a:avLst/>
          </a:prstGeom>
          <a:noFill/>
        </p:spPr>
        <p:txBody>
          <a:bodyPr wrap="square">
            <a:spAutoFit/>
          </a:bodyPr>
          <a:lstStyle/>
          <a:p>
            <a:r>
              <a:rPr lang="en-US" sz="1500" b="1" dirty="0">
                <a:solidFill>
                  <a:srgbClr val="0070C0"/>
                </a:solidFill>
              </a:rPr>
              <a:t>Complete this step once you are ready to deploy center-wide</a:t>
            </a:r>
          </a:p>
        </p:txBody>
      </p:sp>
      <p:sp>
        <p:nvSpPr>
          <p:cNvPr id="3" name="Slide Number Placeholder 2">
            <a:extLst>
              <a:ext uri="{FF2B5EF4-FFF2-40B4-BE49-F238E27FC236}">
                <a16:creationId xmlns:a16="http://schemas.microsoft.com/office/drawing/2014/main" id="{CF2077ED-AFFE-D4EC-878A-E133BC16C34A}"/>
              </a:ext>
            </a:extLst>
          </p:cNvPr>
          <p:cNvSpPr>
            <a:spLocks noGrp="1"/>
          </p:cNvSpPr>
          <p:nvPr>
            <p:ph type="sldNum" sz="quarter" idx="12"/>
          </p:nvPr>
        </p:nvSpPr>
        <p:spPr/>
        <p:txBody>
          <a:bodyPr/>
          <a:lstStyle/>
          <a:p>
            <a:fld id="{5A95D4AF-915F-4CAC-9322-D5F37BEA4799}" type="slidenum">
              <a:rPr lang="en-US" smtClean="0"/>
              <a:t>9</a:t>
            </a:fld>
            <a:endParaRPr lang="en-US"/>
          </a:p>
        </p:txBody>
      </p:sp>
    </p:spTree>
    <p:extLst>
      <p:ext uri="{BB962C8B-B14F-4D97-AF65-F5344CB8AC3E}">
        <p14:creationId xmlns:p14="http://schemas.microsoft.com/office/powerpoint/2010/main" val="3237999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E4C7-FF83-1D1C-91BC-3F70E1C6A494}"/>
              </a:ext>
            </a:extLst>
          </p:cNvPr>
          <p:cNvSpPr>
            <a:spLocks noGrp="1"/>
          </p:cNvSpPr>
          <p:nvPr>
            <p:ph type="title"/>
          </p:nvPr>
        </p:nvSpPr>
        <p:spPr/>
        <p:txBody>
          <a:bodyPr/>
          <a:lstStyle/>
          <a:p>
            <a:r>
              <a:rPr lang="en-US" dirty="0"/>
              <a:t>Notes	</a:t>
            </a:r>
          </a:p>
        </p:txBody>
      </p:sp>
      <p:sp>
        <p:nvSpPr>
          <p:cNvPr id="3" name="Content Placeholder 2">
            <a:extLst>
              <a:ext uri="{FF2B5EF4-FFF2-40B4-BE49-F238E27FC236}">
                <a16:creationId xmlns:a16="http://schemas.microsoft.com/office/drawing/2014/main" id="{34B23DFC-95B7-8188-7D98-4CB74B3A0CE7}"/>
              </a:ext>
            </a:extLst>
          </p:cNvPr>
          <p:cNvSpPr>
            <a:spLocks noGrp="1"/>
          </p:cNvSpPr>
          <p:nvPr>
            <p:ph idx="1"/>
          </p:nvPr>
        </p:nvSpPr>
        <p:spPr/>
        <p:txBody>
          <a:bodyPr/>
          <a:lstStyle/>
          <a:p>
            <a:r>
              <a:rPr lang="en-US" dirty="0"/>
              <a:t>Currently the notifications are one way. This means you can text the parent, but they can not text the center back. We will be integrating 2-way texting later.</a:t>
            </a:r>
          </a:p>
          <a:p>
            <a:endParaRPr lang="en-US" dirty="0"/>
          </a:p>
          <a:p>
            <a:r>
              <a:rPr lang="en-US" dirty="0"/>
              <a:t>The system will default to text the mother only. If you want to send notification to both guardians than you will need to turn it on manually in the student’s profile.</a:t>
            </a:r>
          </a:p>
          <a:p>
            <a:endParaRPr lang="en-US" dirty="0"/>
          </a:p>
        </p:txBody>
      </p:sp>
      <p:sp>
        <p:nvSpPr>
          <p:cNvPr id="4" name="Slide Number Placeholder 3">
            <a:extLst>
              <a:ext uri="{FF2B5EF4-FFF2-40B4-BE49-F238E27FC236}">
                <a16:creationId xmlns:a16="http://schemas.microsoft.com/office/drawing/2014/main" id="{D5C0895F-CFC4-685D-E5BC-C1BD40EB9AD2}"/>
              </a:ext>
            </a:extLst>
          </p:cNvPr>
          <p:cNvSpPr>
            <a:spLocks noGrp="1"/>
          </p:cNvSpPr>
          <p:nvPr>
            <p:ph type="sldNum" sz="quarter" idx="12"/>
          </p:nvPr>
        </p:nvSpPr>
        <p:spPr/>
        <p:txBody>
          <a:bodyPr/>
          <a:lstStyle/>
          <a:p>
            <a:fld id="{5A95D4AF-915F-4CAC-9322-D5F37BEA4799}" type="slidenum">
              <a:rPr lang="en-US" smtClean="0"/>
              <a:t>10</a:t>
            </a:fld>
            <a:endParaRPr lang="en-US"/>
          </a:p>
        </p:txBody>
      </p:sp>
    </p:spTree>
    <p:extLst>
      <p:ext uri="{BB962C8B-B14F-4D97-AF65-F5344CB8AC3E}">
        <p14:creationId xmlns:p14="http://schemas.microsoft.com/office/powerpoint/2010/main" val="4165166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1797</TotalTime>
  <Words>343</Words>
  <Application>Microsoft Office PowerPoint</Application>
  <PresentationFormat>Widescreen</PresentationFormat>
  <Paragraphs>44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 Text Notifications </vt:lpstr>
      <vt:lpstr>Step 1- Go to the Students Menu</vt:lpstr>
      <vt:lpstr>Step 2 – Select the desired student(s)</vt:lpstr>
      <vt:lpstr>Step 3- ‘Click’ Edit Student</vt:lpstr>
      <vt:lpstr>Step 4- Turn on the Text Notifications switch</vt:lpstr>
      <vt:lpstr>Step 5- Select the Guardian(s) to notify</vt:lpstr>
      <vt:lpstr>Step 6- Save Contact</vt:lpstr>
      <vt:lpstr>Step 7 – Check in with parents</vt:lpstr>
      <vt:lpstr>Step 8- Turn on notifications for all Parents</vt:lpstr>
      <vt:lpstr>Notes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Reeyesh Patel</dc:creator>
  <cp:lastModifiedBy>Reeyesh Patel</cp:lastModifiedBy>
  <cp:revision>4</cp:revision>
  <dcterms:created xsi:type="dcterms:W3CDTF">2026-09-30T19:59:44Z</dcterms:created>
  <dcterms:modified xsi:type="dcterms:W3CDTF">2026-10-02T06:48:25Z</dcterms:modified>
</cp:coreProperties>
</file>